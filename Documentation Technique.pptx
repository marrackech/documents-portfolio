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26"/>
    <p:restoredTop sz="95897"/>
  </p:normalViewPr>
  <p:slideViewPr>
    <p:cSldViewPr snapToGrid="0">
      <p:cViewPr varScale="1">
        <p:scale>
          <a:sx n="115" d="100"/>
          <a:sy n="115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52C32A-CF49-4F1E-4E9C-E47792A5D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Documentation Technique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2572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39CCE-F216-87C0-B337-06AF6176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Objectif de la documentation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DB9163-1B0D-D47F-614B-8B02D1B5F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Objectif principal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fournir une description technique claire et structurée du projet Portfolio destiné à Aeroworld.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Cette documentation permet de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Présenter l’architecture fonctionnelle du portfolio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Décrire les outils, technologies et méthodologies utilisées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Expliquer la logique de conception des livrables (dashboards, veille, mock-ups)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Donner les procédures pour la mise à jour, la maintenance et l’évolution du portfolio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Garantir la cohérence et la traçabilité du travail réalisé</a:t>
            </a:r>
          </a:p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Public visé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Équipe Data ESN, recruteurs Aeroworld, managers et équipes internes.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785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023E2-5411-7006-3F55-C8DCA9A9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Architecture générale du Portfolio</a:t>
            </a:r>
            <a:br>
              <a:rPr lang="fr-FR" b="1" i="0" u="none" strike="noStrike" dirty="0">
                <a:solidFill>
                  <a:srgbClr val="000000"/>
                </a:solidFill>
                <a:effectLst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1F6F57-0B06-BF00-D822-9400E9A1A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77096"/>
            <a:ext cx="8915400" cy="377762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Structure globale :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Accueil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 présentation synthétique + identité visuelle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About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 biographie FR/EN/ES, soft skills, diplômes, liens pro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Skills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 compétences techniques (cartes, icônes, animation)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Projets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 10 cartes projet (image + description + démo + GitHub)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Contact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 carte GitHub, LinkedIn, Gmail, autres réseaux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Section Livrables Aeroworld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:</a:t>
            </a:r>
          </a:p>
          <a:p>
            <a:pPr lvl="1" algn="l">
              <a:buFont typeface="Wingdings" pitchFamily="2" charset="2"/>
              <a:buChar char="ü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Analyse du besoin </a:t>
            </a:r>
          </a:p>
          <a:p>
            <a:pPr lvl="1" algn="l">
              <a:buFont typeface="Wingdings" pitchFamily="2" charset="2"/>
              <a:buChar char="ü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Cahier des charges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Mock-ups (portfolio + dashboards)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Tableaux de bord (veille &amp; profil)</a:t>
            </a:r>
          </a:p>
          <a:p>
            <a:pPr lvl="1" algn="l">
              <a:buFont typeface="Wingdings" pitchFamily="2" charset="2"/>
              <a:buChar char="ü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Documentation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Vidéo de formation</a:t>
            </a:r>
          </a:p>
          <a:p>
            <a:pPr algn="l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Technologies utilisées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HTML/CSS, React , GitHub Pages, Tableau, Power Point, Vercel,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Canva</a:t>
            </a: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5AAC94-12CD-74BB-6CC3-7483AA6996A5}"/>
              </a:ext>
            </a:extLst>
          </p:cNvPr>
          <p:cNvSpPr txBox="1">
            <a:spLocks/>
          </p:cNvSpPr>
          <p:nvPr/>
        </p:nvSpPr>
        <p:spPr>
          <a:xfrm>
            <a:off x="838200" y="41226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3.2 ABOUT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38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2DC1D-4F59-AF9F-B32A-48F862EE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Outils &amp; Technologies utilisées</a:t>
            </a:r>
            <a:br>
              <a:rPr lang="fr-FR" b="1" i="0" u="none" strike="noStrike" dirty="0">
                <a:solidFill>
                  <a:srgbClr val="000000"/>
                </a:solidFill>
                <a:effectLst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0ADCFF-A3B3-ABEE-BF48-CCCF6F58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1. Développement / Hébergement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GitHub Pages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React, HTML/CSS,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Vercel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2. Conception visuelle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Canva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/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TextEdit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: mock-ups, architecture, cartes mentales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3. Analyse &amp; visualisation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Tableau (dashboards)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Python  (préparation éventuelle)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4. Gestion de projet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Diagramme de Gantt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Cahier des charges fonctionnel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Analyse du besoin métier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5. Communication &amp; documentation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Power Point/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Canva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et </a:t>
            </a:r>
            <a:r>
              <a:rPr lang="fr-FR" b="0" i="0" u="none" strike="noStrike" dirty="0" err="1">
                <a:solidFill>
                  <a:srgbClr val="000000"/>
                </a:solidFill>
                <a:effectLst/>
              </a:rPr>
              <a:t>youtube</a:t>
            </a:r>
            <a:r>
              <a:rPr lang="fr-FR" b="0" i="0" u="none" strike="noStrike">
                <a:solidFill>
                  <a:srgbClr val="000000"/>
                </a:solidFill>
                <a:effectLst/>
              </a:rPr>
              <a:t> (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vidéo formation)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250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E8832-DD8D-9381-4F86-990E62DF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– Architecture des tableaux de bord</a:t>
            </a:r>
            <a:br>
              <a:rPr lang="fr-FR" b="1" i="0" u="none" strike="noStrike" dirty="0">
                <a:solidFill>
                  <a:srgbClr val="000000"/>
                </a:solidFill>
                <a:effectLst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D80CA-DFA8-C4A1-3A2D-E413158A5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Tableau de bord 1 : Veille technologique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KPI de compétences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Graphique  comparatives (fonctionnalités / Maitrise / Catégorie)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Objectif : montrer la capacité de veille + compréhension marché Data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Tableau de bord 2 : Présentation du profil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KPI de compétences , Bio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Projets Card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Timeline des projets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Indicateurs : expertise, progression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Objectif : démontrer la maîtrise des visualisations professionnelles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456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5BB67-B656-B853-4A33-B67A10BC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Procédures de mise à jour &amp; maintenance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11D8C-DC70-2AD9-1095-42E7E5E18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1. Mise à jour du Portfolio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Ajout de nouveaux projets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→ créer une carte projet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→ ajouter image + description + liens GitHub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Mise à jour des compétences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→ ajouter icônes, ajuster le radar, modifier animations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Mise à jour About (bio et CV)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→ actualiser liens PDF + réseaux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2. Mise à jour des dashboards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Réactualiser les sources des données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Vérifier les nouveaux outils de veille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Ajuster les KPI et axes visuels</a:t>
            </a:r>
          </a:p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3. Versioning &amp; sécurité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Mises à jour sur branches Git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Tests avant déploiement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Documentation des changements (CHANGELOG)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307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60524-B15C-7490-A6EF-59437555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Conclusion technique</a:t>
            </a:r>
            <a:br>
              <a:rPr lang="fr-FR" b="1" i="0" u="none" strike="noStrike" dirty="0">
                <a:solidFill>
                  <a:srgbClr val="000000"/>
                </a:solidFill>
                <a:effectLst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9FAE16-5FD7-19BB-BDF2-87C072EAA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La documentation technique garantit :</a:t>
            </a:r>
          </a:p>
          <a:p>
            <a:pPr algn="l"/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✔ Une vision claire et structurée du fonctionnement du portfolio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✔ Une méthode professionnelle pour maintenir et faire évoluer les livrables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✔ Une traçabilité complète du travail réalisé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✔ Une preuve de maturité en organisation, gestion de projet et structuration Data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En résumé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1" u="none" strike="noStrike" dirty="0">
                <a:solidFill>
                  <a:srgbClr val="000000"/>
                </a:solidFill>
                <a:effectLst/>
              </a:rPr>
              <a:t>La documentation assure la qualité, la cohérence et la pérennité du portfolio présenté à Aeroworld.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9688241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Brin</Template>
  <TotalTime>99</TotalTime>
  <Words>547</Words>
  <Application>Microsoft Macintosh PowerPoint</Application>
  <PresentationFormat>Grand écran</PresentationFormat>
  <Paragraphs>70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-webkit-standard</vt:lpstr>
      <vt:lpstr>Arial</vt:lpstr>
      <vt:lpstr>Century Gothic</vt:lpstr>
      <vt:lpstr>Wingdings</vt:lpstr>
      <vt:lpstr>Wingdings 3</vt:lpstr>
      <vt:lpstr>Brin</vt:lpstr>
      <vt:lpstr>Documentation Technique</vt:lpstr>
      <vt:lpstr>Objectif de la documentation</vt:lpstr>
      <vt:lpstr>Architecture générale du Portfolio </vt:lpstr>
      <vt:lpstr>Outils &amp; Technologies utilisées </vt:lpstr>
      <vt:lpstr>– Architecture des tableaux de bord </vt:lpstr>
      <vt:lpstr>Procédures de mise à jour &amp; maintenance</vt:lpstr>
      <vt:lpstr>Conclusion technique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Technique</dc:title>
  <dc:creator>Mac3</dc:creator>
  <cp:lastModifiedBy>Mac3</cp:lastModifiedBy>
  <cp:revision>5</cp:revision>
  <dcterms:created xsi:type="dcterms:W3CDTF">2025-11-21T20:40:47Z</dcterms:created>
  <dcterms:modified xsi:type="dcterms:W3CDTF">2025-11-25T21:46:49Z</dcterms:modified>
</cp:coreProperties>
</file>